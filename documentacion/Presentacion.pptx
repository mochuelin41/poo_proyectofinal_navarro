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tardes. Mi proyecto es Taller ICNO, un sistema web para administrar un taller mecánico: los clientes registran sus vehículos y piden cotizaciones, y el administrador mantiene el catálogo de servicios. Está hecho en PHP 8 con MySQL y se abre desde cualquier navegador en taller.navmac.com.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 dos tipos de usuario. El cliente se registra, da de alta sus autos y pide cotizaciones. El administrador mantiene el catálogo de servicios, que es donde está el CRUD, y revisa lo que los clientes piden. Todo corre en un navegador, sin instalar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del cliente son tres pasos. Registra su vehículo y elige el tipo. Marca los servicios que quiere. Y recibe la cotización, donde cada servicio calcula su propio costo y el vehículo aplica su factor. Ahí vive el polimorfismo, lo vemos más adelante.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profesor pide mínimo cuatro clases. Son once. Las agrupo en tres: la familia de servicios, la familia de vehículos, y las clases de negocio: Taller, Usuario y Cotizacion. Taller es la única que toca la base de datos; las páginas nunca escriben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los atributos son privados. Si una página intenta escribir el costo directo, PHP lo rechaza. Para leer hay getters y para cambiar hay setters, y dentro se usa this para decir el dato de este objeto. Y hay decisiones: Usuario no tiene setRol para que nadie se vuelva admin desde el código, y la conexión a la base vive privada dentro de Taller sin getter.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 dos jerarquías. Servicio es el padre de preventivo y correctivo: comparten id, descripción y costo base, pero cada hija agrega lo suyo. Vehiculo es el padre de cuatro tipos que no agregan atributos, solo cambian cómo se comportan. Heredar sirve para reutilizar y para dejar que cada tipo responda a su manera.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 dos métodos polimórficos. calcularCosto está en Servicio y cada hija lo reescribe con su fórmula. getFactor está en Vehiculo y cada hija devuelve su número. Los dos se juntan en una sola línea de crearCotizacion que no pregunta de qué tipo es nada: PHP llama la versión correcta según la clase real del objeto. Ejemplo: un correctivo de mil ochocientos con dos horas en una camioneta da dos mil novecientos noventa.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está el CRUD. El administrador crea un servicio con el formulario, la tabla lista los que existen y cada fila tiene Editar y Eliminar. Los cuatro son métodos de Taller. Fíjense en la columna de costo final: el preventivo de mil baja a novecientos y el correctivo de mil ochocientos con dos horas sube a dos mil trescientos. Eso ya es el polimorfismo trabajando.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una cotización real del sistema. El cliente eligió su camioneta, que tiene factor uno punto tres, y marcó los dos servicios. Cada subtotal es calcularCosto por getFactor. Los dos polimorfismos se ven en la misma pantalla. El administrador después ve esta cotización en su panel y la marca como revisada.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diagrama de clases. A la izquierda Servicio y sus dos hijas, a la derecha Vehiculo y sus cuatro hijas; los triángulos huecos son herencia. En el centro Cotizacion con los rombos: composición, porque una cotización tiene un vehículo y una lista de servicios como objetos. Abajo Taller, la única que habla con MySQL, y las punteadas son dependencias: Taller crea y consulta los objetos.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cerrar, un resumen de dónde está cada requisito, con la línea del archivo por si quieren revisarlo. Todo el código está comentado línea por línea y la memoria técnica tiene las capturas del sistema corriendo.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Eso es todo. El sistema está en línea en taller.navmac.com por si quieren probarlo. Gracias, y quedo atento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PC/Documents/Tarea/Proyecto Programacion Orientada a Objetos/tallermecanico/img/taller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B0B0C">
              <a:alpha val="85000"/>
            </a:srgbClr>
          </a:solidFill>
          <a:ln w="12700">
            <a:solidFill>
              <a:srgbClr val="0B0B0C">
                <a:alpha val="0"/>
              </a:srgbClr>
            </a:solidFill>
            <a:prstDash val="solid"/>
          </a:ln>
        </p:spPr>
      </p:sp>
      <p:pic>
        <p:nvPicPr>
          <p:cNvPr id="4" name="Image 1" descr="C:/Users/PC/Documents/Tarea/Proyecto Programacion Orientada a Objetos/tallermecanico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508760" y="548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A1A0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TALLER ICNO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103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9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PROYECTO FINAL · PROGRAMACIÓN ORIENTADA A OBJETOS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246888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taller mecánico hecho con objetos</a:t>
            </a:r>
            <a:endParaRPr lang="en-US" sz="48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206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Vehículos, servicios y cotizaciones. PHP 8 con MySQL, en línea en taller.navmac.com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5486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Isaac Navarro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Docente: Lic. Reyes Jiménez Amozoqueño · Octubre 2026</a:t>
            </a:r>
            <a:endParaRPr lang="en-US" sz="1300" dirty="0"/>
          </a:p>
        </p:txBody>
      </p:sp>
      <p:pic>
        <p:nvPicPr>
          <p:cNvPr id="11" name="Image 2" descr="C:/Users/PC/Documents/Tarea/Proyecto Programacion Orientada a Objetos/tallermecanico/img/idci_tran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811512" y="5577840"/>
            <a:ext cx="1737360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9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taller que se administra desde el navegador</a:t>
            </a:r>
            <a:endParaRPr lang="en-US" sz="3400" dirty="0"/>
          </a:p>
        </p:txBody>
      </p:sp>
      <p:pic>
        <p:nvPicPr>
          <p:cNvPr id="4" name="Image 0" descr="C:/Users/PC/Documents/Tarea/Proyecto Programacion Orientada a Objetos/tallermecanico/documentacion/capturas/memo_portad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630936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828800"/>
            <a:ext cx="4233672" cy="1828800"/>
          </a:xfrm>
          <a:prstGeom prst="roundRect">
            <a:avLst>
              <a:gd name="adj" fmla="val 6000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965960"/>
            <a:ext cx="3685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9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Cliente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377440"/>
            <a:ext cx="3685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D6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 su cuenta, registra sus vehículos y pide cotizaciones eligiendo los servicios que necesita.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0" y="3931920"/>
            <a:ext cx="4233672" cy="1920240"/>
          </a:xfrm>
          <a:prstGeom prst="roundRect">
            <a:avLst>
              <a:gd name="adj" fmla="val 5714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4069080"/>
            <a:ext cx="3685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9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Administrador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4480560"/>
            <a:ext cx="3685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D6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Mantiene el catálogo de servicios, consulta los vehículos registrados y revisa las cotizaciones.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Tema 7 del proyecto: Taller mecánico · PHP 8, MySQL, HTML y CSS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9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FUNCIONA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Tres pasos para el cliente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9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93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Registra tu vehículo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3774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Placas, marca, modelo y tipo: auto, camioneta, camión o motocicleta.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3375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9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364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Elige los servicios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7490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Preventivos o correctivos, del catálogo que mantiene el administrador.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7091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9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7365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Recibe tu cotización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1206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servicio calcula su costo y el vehículo aplica su factor.</a:t>
            </a:r>
            <a:endParaRPr lang="en-US" sz="1300" dirty="0"/>
          </a:p>
        </p:txBody>
      </p:sp>
      <p:pic>
        <p:nvPicPr>
          <p:cNvPr id="16" name="Image 0" descr="C:/Users/PC/Documents/Tarea/Proyecto Programacion Orientada a Objetos/tallermecanico/documentacion/capturas/memo_mis_aut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828800"/>
            <a:ext cx="5422392" cy="40233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Captura: mis_autos.php, el cliente registra una camioneta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9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 · CLASES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Once clases, todas en inc/taller.php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537192" y="4114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E09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9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Servicios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6032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Servicio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1752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ServicioPreventivo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7472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ServicioCorrectivo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67784" y="192024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2104" y="205740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9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Vehículos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42104" y="256032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Vehiculo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42104" y="301752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· Camioneta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42104" y="347472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Camion · Motocicleta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95488" y="192024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205740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9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Negocio y datos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56032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Taller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01752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69808" y="347472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Cotizacion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6634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8D6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clase representa algo real del taller. Taller es la única que habla con MySQL: convierte cada fila en un objeto, así el resto del sistema trabaja solo con objetos.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 del proyecto: mínimo 4 clases propias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9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R2 · ENCAPSULAMIENTO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Los datos van bajo llave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035040" cy="4114800"/>
          </a:xfrm>
          <a:prstGeom prst="roundRect">
            <a:avLst>
              <a:gd name="adj" fmla="val 2667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5486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0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4F2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Servicio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0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4F2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$id;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0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4F2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$descripcion;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0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4F2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$costoBase;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0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4F2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getCostoBase()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0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A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$this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4F2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-&gt;costoBase;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4F2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0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4F2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setCostoBase($c)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4F2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A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$this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4F2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-&gt;costoBase = $c;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4F2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4F2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40880" y="1828800"/>
            <a:ext cx="4507992" cy="1234440"/>
          </a:xfrm>
          <a:prstGeom prst="roundRect">
            <a:avLst>
              <a:gd name="adj" fmla="val 8889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0" y="196596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9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Todo private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2359152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6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Ningún atributo público en las 11 clases.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40880" y="3246120"/>
            <a:ext cx="4507992" cy="1234440"/>
          </a:xfrm>
          <a:prstGeom prst="roundRect">
            <a:avLst>
              <a:gd name="adj" fmla="val 8889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0" y="338328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9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Getters y setters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3776472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6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 con getX(), cambiar con setX(), siempre con $this.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4663440"/>
            <a:ext cx="4507992" cy="1234440"/>
          </a:xfrm>
          <a:prstGeom prst="roundRect">
            <a:avLst>
              <a:gd name="adj" fmla="val 8889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0" y="480060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9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Sin setter a propósito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5193792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6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 no tiene setRol(). La conexión de Taller no tiene getter.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inc/taller.php, líneas 28 a 54 · las páginas solo llaman métodos públicos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9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R3 · HERENCIA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Dos familias que comparten lo común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8720" y="182880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9019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120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Servicio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D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id, descripcion, costoBase · calcularCosto()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2880360"/>
            <a:ext cx="365760" cy="457200"/>
          </a:xfrm>
          <a:prstGeom prst="downArrow">
            <a:avLst/>
          </a:prstGeom>
          <a:solidFill>
            <a:srgbClr val="A1A0A3"/>
          </a:solidFill>
          <a:ln w="12700">
            <a:solidFill>
              <a:srgbClr val="A1A0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47472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566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ServicioPreventivo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502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 kilometraje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347472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3566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ServicioCorrectivo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9502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 horasManoObra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1828800"/>
            <a:ext cx="4050792" cy="914400"/>
          </a:xfrm>
          <a:prstGeom prst="roundRect">
            <a:avLst>
              <a:gd name="adj" fmla="val 12000"/>
            </a:avLst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78040" y="1901952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120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Vehiculo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228600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D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placas, marca, modelo, anio, km · getFactor()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791956" y="2880360"/>
            <a:ext cx="365760" cy="457200"/>
          </a:xfrm>
          <a:prstGeom prst="downArrow">
            <a:avLst/>
          </a:prstGeom>
          <a:solidFill>
            <a:srgbClr val="A1A0A3"/>
          </a:solidFill>
          <a:ln w="12700">
            <a:solidFill>
              <a:srgbClr val="A1A0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3474720"/>
            <a:ext cx="2482596" cy="640080"/>
          </a:xfrm>
          <a:prstGeom prst="roundRect">
            <a:avLst>
              <a:gd name="adj" fmla="val 17143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566160"/>
            <a:ext cx="21168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66276" y="3474720"/>
            <a:ext cx="2482596" cy="640080"/>
          </a:xfrm>
          <a:prstGeom prst="roundRect">
            <a:avLst>
              <a:gd name="adj" fmla="val 17143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49156" y="3566160"/>
            <a:ext cx="21168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Camioneta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4251960"/>
            <a:ext cx="2482596" cy="640080"/>
          </a:xfrm>
          <a:prstGeom prst="roundRect">
            <a:avLst>
              <a:gd name="adj" fmla="val 17143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4343400"/>
            <a:ext cx="21168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Camion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066276" y="4251960"/>
            <a:ext cx="2482596" cy="640080"/>
          </a:xfrm>
          <a:prstGeom prst="roundRect">
            <a:avLst>
              <a:gd name="adj" fmla="val 17143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49156" y="4343400"/>
            <a:ext cx="21168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Motocicleta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2120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6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hija llama a parent::__construct() para que el padre guarde lo suyo. Las hijas de Vehiculo no agregan datos: solo cambian el comportamiento.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extends en inc/taller.php · Servicio líneas 28 a 88 · Vehiculo líneas 95 a 151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9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R4 · POLIMORFISMO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Mismo método, respuesta distinta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17236" cy="2194560"/>
          </a:xfrm>
          <a:prstGeom prst="roundRect">
            <a:avLst>
              <a:gd name="adj" fmla="val 5000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38528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9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calcularCosto()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77440"/>
          <a:ext cx="4768596" cy="914400"/>
        </p:xfrm>
        <a:graphic>
          <a:graphicData uri="http://schemas.openxmlformats.org/drawingml/2006/table">
            <a:tbl>
              <a:tblPr/>
              <a:tblGrid>
                <a:gridCol w="2384298"/>
                <a:gridCol w="238429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Fórmula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Servicio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costoBase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ServicioPreventivo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costoBase × 0.9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ServicioCorrectivo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costoBase + 250 × horas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31636" y="1828800"/>
            <a:ext cx="5317236" cy="2194560"/>
          </a:xfrm>
          <a:prstGeom prst="roundRect">
            <a:avLst>
              <a:gd name="adj" fmla="val 5000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05956" y="1938528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9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getFactor()</a:t>
            </a:r>
            <a:endParaRPr lang="en-US" sz="17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05956" y="2377440"/>
          <a:ext cx="4768596" cy="914400"/>
        </p:xfrm>
        <a:graphic>
          <a:graphicData uri="http://schemas.openxmlformats.org/drawingml/2006/table">
            <a:tbl>
              <a:tblPr/>
              <a:tblGrid>
                <a:gridCol w="2384298"/>
                <a:gridCol w="238429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Factor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Camioneta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1.3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Camion · Motocicleta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1.6 · 0.7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4343400"/>
            <a:ext cx="10908792" cy="1325880"/>
          </a:xfrm>
          <a:prstGeom prst="roundRect">
            <a:avLst>
              <a:gd name="adj" fmla="val 8276"/>
            </a:avLst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60120" y="4480560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12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$total += $s-&gt;calcularCosto() * $vehiculo-&gt;getFactor();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60120" y="5029200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2D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sola línea, sin preguntar el tipo. Correctivo de $1,800 con 2 horas en una camioneta: (1,800 + 500) × 1.3 = $2,990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hija reescribe el método con #[\Override] · línea 365 de inc/taller.php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9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R5 · CRUD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 catálogo de servicios del administrador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949440" cy="4023360"/>
          </a:xfrm>
          <a:prstGeom prst="roundRect">
            <a:avLst>
              <a:gd name="adj" fmla="val 2727"/>
            </a:avLst>
          </a:prstGeom>
          <a:solidFill>
            <a:srgbClr val="0B0B0C"/>
          </a:solidFill>
          <a:ln w="9525">
            <a:solidFill>
              <a:srgbClr val="262629"/>
            </a:solidFill>
            <a:prstDash val="solid"/>
          </a:ln>
        </p:spPr>
      </p:sp>
      <p:pic>
        <p:nvPicPr>
          <p:cNvPr id="5" name="Image 0" descr="C:/Users/PC/Documents/Tarea/Proyecto Programacion Orientada a Objetos/tallermecanico/documentacion/capturas/memo_cru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965960"/>
            <a:ext cx="667512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828800"/>
            <a:ext cx="3685032" cy="868680"/>
          </a:xfrm>
          <a:prstGeom prst="roundRect">
            <a:avLst>
              <a:gd name="adj" fmla="val 12632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92440" y="19202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9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CREATE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372600" y="1920240"/>
            <a:ext cx="1947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2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agregarServicio()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863840" y="2852928"/>
            <a:ext cx="3685032" cy="868680"/>
          </a:xfrm>
          <a:prstGeom prst="roundRect">
            <a:avLst>
              <a:gd name="adj" fmla="val 12632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0" y="294436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9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372600" y="2944368"/>
            <a:ext cx="1947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2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getServicios()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863840" y="3877056"/>
            <a:ext cx="3685032" cy="868680"/>
          </a:xfrm>
          <a:prstGeom prst="roundRect">
            <a:avLst>
              <a:gd name="adj" fmla="val 12632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92440" y="3968496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9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UPDATE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372600" y="3968496"/>
            <a:ext cx="1947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2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modificarServicio()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863840" y="4901184"/>
            <a:ext cx="3685032" cy="868680"/>
          </a:xfrm>
          <a:prstGeom prst="roundRect">
            <a:avLst>
              <a:gd name="adj" fmla="val 12632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92440" y="4992624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9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DELETE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372600" y="4992624"/>
            <a:ext cx="1947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2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eliminarServicio()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servicios.php usa los cuatro métodos de Taller · la columna Costo final ya aplica la fórmula de cada clase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9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VIVO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Una cotización real para una camioneta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675120" cy="4023360"/>
          </a:xfrm>
          <a:prstGeom prst="roundRect">
            <a:avLst>
              <a:gd name="adj" fmla="val 2727"/>
            </a:avLst>
          </a:prstGeom>
          <a:solidFill>
            <a:srgbClr val="111113"/>
          </a:solidFill>
          <a:ln w="9525">
            <a:solidFill>
              <a:srgbClr val="262629"/>
            </a:solidFill>
            <a:prstDash val="solid"/>
          </a:ln>
        </p:spPr>
      </p:sp>
      <p:pic>
        <p:nvPicPr>
          <p:cNvPr id="5" name="Image 0" descr="C:/Users/PC/Documents/Tarea/Proyecto Programacion Orientada a Objetos/tallermecanico/documentacion/capturas/memo_cotizac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965960"/>
            <a:ext cx="640080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828800"/>
            <a:ext cx="3959352" cy="914400"/>
          </a:xfrm>
          <a:prstGeom prst="roundRect">
            <a:avLst>
              <a:gd name="adj" fmla="val 12000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0" y="1920240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Cambio de aceite · preventivo $1,000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212848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900 × 1.3 = $1,170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589520" y="2852928"/>
            <a:ext cx="3959352" cy="914400"/>
          </a:xfrm>
          <a:prstGeom prst="roundRect">
            <a:avLst>
              <a:gd name="adj" fmla="val 12000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0" y="2944368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Frenos · correctivo $800 · 2 horas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3236976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1,300 × 1.3 = $1,690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589520" y="3877056"/>
            <a:ext cx="3959352" cy="914400"/>
          </a:xfrm>
          <a:prstGeom prst="roundRect">
            <a:avLst>
              <a:gd name="adj" fmla="val 12000"/>
            </a:avLst>
          </a:prstGeom>
          <a:solidFill>
            <a:srgbClr val="17171A"/>
          </a:solidFill>
          <a:ln w="9525">
            <a:solidFill>
              <a:srgbClr val="26262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63840" y="3968496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Reparación de frenos · correctivo $1,800 · 2 horas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4261104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2,300 × 1.3 = $2,990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589520" y="4901184"/>
            <a:ext cx="3959352" cy="914400"/>
          </a:xfrm>
          <a:prstGeom prst="roundRect">
            <a:avLst>
              <a:gd name="adj" fmla="val 12000"/>
            </a:avLst>
          </a:prstGeom>
          <a:solidFill>
            <a:srgbClr val="E0913A"/>
          </a:solidFill>
          <a:ln w="12700">
            <a:solidFill>
              <a:srgbClr val="E091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63840" y="4992624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2D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guardado en MySQL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5285232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120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$5,850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cotizar.php · el cliente elige vehículo y servicios; Taller calcula y guarda la cotización con sus servicios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70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R6 · DIAGRAMA DE CLASES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Once clases, dos herencias, una composición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5029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8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Triángulo hueco = herencia · rombo relleno = composición · punteada = Taller crea y consulta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74552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9525">
            <a:solidFill>
              <a:srgbClr val="D6D3CE"/>
            </a:solidFill>
            <a:prstDash val="solid"/>
          </a:ln>
        </p:spPr>
      </p:sp>
      <p:pic>
        <p:nvPicPr>
          <p:cNvPr id="6" name="Image 0" descr="C:/Users/PC/Documents/Tarea/Proyecto Programacion Orientada a Objetos/tallermecanico/documentacion/diagrama_um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61872"/>
            <a:ext cx="11091672" cy="5120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8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documentacion/diagrama_uml.pdf · coincide con inc/taller.php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9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2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Dónde se cumple cada requisito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2399934"/>
                <a:gridCol w="5236220"/>
                <a:gridCol w="3272638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Requisito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Dónde está en el código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Evidencia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R1 · 4+ clases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 clases en inc/taller.php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Diapositiva 4 y UML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R2 · Encapsulamiento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Atributos private, getters y setters con $this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Líneas 28 a 54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R3 · Herencia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Servicio con 2 hijas, Vehiculo con 4 hijas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extends, líneas 58 a 151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R4 · Polimorfismo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calcularCosto() y getFactor() con #[\Override]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Línea 365, cotización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R5 · CRUD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agregar, obtener, modificar y eliminar servicios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servicios.php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R6 · UML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Diagrama de 11 clases con atributos, métodos y relaciones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2E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diagrama_uml.pdf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comentado línea por línea · memoria técnica de 3 hojas con capturas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09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PC/Documents/Tarea/Proyecto Programacion Orientada a Objetos/tallermecanico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08760" y="548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4A2D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TALLER ICNO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2860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0120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Pruébenlo en taller.navmac.com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7490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2D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sistema está en línea. Cualquiera puede crear una cuenta de cliente, registrar un vehículo y pedir una cotización.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120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Isaac Navarro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2D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Programación Orientada a Objetos · Octubre 2026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5760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A2D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Gracias. ¿Preguntas?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ICNO - Proyecto Final POO</dc:title>
  <dc:subject>PptxGenJS Presentation</dc:subject>
  <dc:creator>Isaac Navarro</dc:creator>
  <cp:lastModifiedBy>Isaac Navarro</cp:lastModifiedBy>
  <cp:revision>1</cp:revision>
  <dcterms:created xsi:type="dcterms:W3CDTF">2026-10-20T06:03:56Z</dcterms:created>
  <dcterms:modified xsi:type="dcterms:W3CDTF">2026-10-20T06:03:56Z</dcterms:modified>
</cp:coreProperties>
</file>